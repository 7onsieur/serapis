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Why access is a choice</a:t>
            </a:r>
          </a:p>
        </p:txBody>
      </p:sp>
      <p:sp>
        <p:nvSpPr>
          <p:cNvPr id="3" name="Body"/>
          <p:cNvSpPr/>
          <p:nvPr>
            <p:ph type="body"/>
          </p:nvPr>
        </p:nvSpPr>
        <p:txBody>
          <a:p>
            <a:r>
              <a:t>An archive decides who may see a record and when. Access restrictions protect people named in a record; they can also hide uncomfortable history. A good policy states its reasons.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Consent and restricted records</a:t>
            </a:r>
          </a:p>
        </p:txBody>
      </p:sp>
      <p:sp>
        <p:nvSpPr>
          <p:cNvPr id="3" name="Body"/>
          <p:cNvSpPr/>
          <p:nvPr>
            <p:ph type="body"/>
          </p:nvPr>
        </p:nvSpPr>
        <p:txBody>
          <a:p>
            <a:r>
              <a:t>Where a record names a living person, a community archive may ask for consent before opening it. If consent cannot be obtained, the record can be closed for a set period and reviewed.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Two ways to describe a record</a:t>
            </a:r>
          </a:p>
        </p:txBody>
      </p:sp>
      <p:sp>
        <p:nvSpPr>
          <p:cNvPr id="3" name="Body"/>
          <p:cNvSpPr/>
          <p:nvPr>
            <p:ph type="body"/>
          </p:nvPr>
        </p:nvSpPr>
        <p:txBody>
          <a:p>
            <a:r>
              <a:t>Neutral description lists what a record is. Contextual description also explains why it was made and for whom. Contextual description takes longer but helps readers see whose voice is present.</a:t>
            </a:r>
          </a:p>
        </p:txBody>
      </p:sp>
    </p:spTree>
  </p:cSld>
</p:sld>
</file>