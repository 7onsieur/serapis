
<file path=[Content_Types].xml><?xml version="1.0" encoding="utf-8"?>
<Types xmlns="http://schemas.openxmlformats.org/package/2006/content-types">
  <Default Extension="xml" ContentType="application/xml"/>
</Types>
</file>

<file path=ppt/presentation.xml><?xml version="1.0" encoding="utf-8"?>
<p:presentation xmlns:a="http://schemas.openxmlformats.org/drawingml/2006/main" xmlns:p="http://schemas.openxmlformats.org/presentationml/2006/main" xmlns:r="http://schemas.openxmlformats.org/officeDocument/2006/relationships">
  <p:sldIdLst>
    <p:sldId id="256" r:id="rId1"/>
    <p:sldId id="257" r:id="rId2"/>
    <p:sldId id="258" r:id="rId3"/>
    <p:sldId id="259" r:id="rId4"/>
  </p:sldIdLst>
</p:presentation>
</file>

<file path=ppt/_rels/presentation.xml.rels><?xml version="1.0" encoding="UTF-8" standalone="yes"?><Relationships xmlns="http://schemas.openxmlformats.org/package/2006/relationships"><Relationship Id="rId1" Type="http://schemas.openxmlformats.org/officeDocument/2006/relationships/slide" Target="slides/slide1.xml"/><Relationship Id="rId2" Type="http://schemas.openxmlformats.org/officeDocument/2006/relationships/slide" Target="slides/slide2.xml"/><Relationship Id="rId3" Type="http://schemas.openxmlformats.org/officeDocument/2006/relationships/slide" Target="slides/slide3.xml"/><Relationship Id="rId4" Type="http://schemas.openxmlformats.org/officeDocument/2006/relationships/slide" Target="slides/slide4.xml"/></Relationships>
</file>

<file path=ppt/slides/slide1.xml><?xml version="1.0" encoding="utf-8"?>
<p:sld xmlns:a="http://schemas.openxmlformats.org/drawingml/2006/main" xmlns:p="http://schemas.openxmlformats.org/presentationml/2006/main" xmlns:r="http://schemas.openxmlformats.org/officeDocument/2006/relationships">
  <p:cSld>
    <p:spTree>
      <p:sp>
        <p:nvSpPr>
          <p:cNvPr id="2" name="Title"/>
          <p:cNvSpPr/>
          <p:nvPr>
            <p:ph type="title"/>
          </p:nvPr>
        </p:nvSpPr>
        <p:txBody>
          <a:p>
            <a:r>
              <a:t>What is a community archive</a:t>
            </a:r>
          </a:p>
        </p:txBody>
      </p:sp>
      <p:sp>
        <p:nvSpPr>
          <p:cNvPr id="3" name="Body"/>
          <p:cNvSpPr/>
          <p:nvPr>
            <p:ph type="body"/>
          </p:nvPr>
        </p:nvSpPr>
        <p:txBody>
          <a:p>
            <a:r>
              <a:t>A community archive is a collection of records kept and described by the people the records are about, rather than by a national or institutional archive.</a:t>
            </a:r>
          </a:p>
        </p:txBody>
      </p:sp>
    </p:spTree>
  </p:cSld>
</p:sld>
</file>

<file path=ppt/slides/slide2.xml><?xml version="1.0" encoding="utf-8"?>
<p:sld xmlns:a="http://schemas.openxmlformats.org/drawingml/2006/main" xmlns:p="http://schemas.openxmlformats.org/presentationml/2006/main" xmlns:r="http://schemas.openxmlformats.org/officeDocument/2006/relationships">
  <p:cSld>
    <p:spTree>
      <p:sp>
        <p:nvSpPr>
          <p:cNvPr id="2" name="Title"/>
          <p:cNvSpPr/>
          <p:nvPr>
            <p:ph type="title"/>
          </p:nvPr>
        </p:nvSpPr>
        <p:txBody>
          <a:p>
            <a:r>
              <a:t>Provenance and original order</a:t>
            </a:r>
          </a:p>
        </p:txBody>
      </p:sp>
      <p:sp>
        <p:nvSpPr>
          <p:cNvPr id="3" name="Body"/>
          <p:cNvSpPr/>
          <p:nvPr>
            <p:ph type="body"/>
          </p:nvPr>
        </p:nvSpPr>
        <p:txBody>
          <a:p>
            <a:r>
              <a:t>Provenance means the record keeps its origin: who created it and who held it. Original order means the records stay in the order their creator kept them. Together they let a reader judge how far a record can be trusted.</a:t>
            </a:r>
          </a:p>
        </p:txBody>
      </p:sp>
    </p:spTree>
  </p:cSld>
</p:sld>
</file>

<file path=ppt/slides/slide3.xml><?xml version="1.0" encoding="utf-8"?>
<p:sld xmlns:a="http://schemas.openxmlformats.org/drawingml/2006/main" xmlns:p="http://schemas.openxmlformats.org/presentationml/2006/main" xmlns:r="http://schemas.openxmlformats.org/officeDocument/2006/relationships">
  <p:cSld>
    <p:spTree>
      <p:sp>
        <p:nvSpPr>
          <p:cNvPr id="2" name="Title"/>
          <p:cNvSpPr/>
          <p:nvPr>
            <p:ph type="title"/>
          </p:nvPr>
        </p:nvSpPr>
        <p:txBody>
          <a:p>
            <a:r>
              <a:t>Appraisal</a:t>
            </a:r>
          </a:p>
        </p:txBody>
      </p:sp>
      <p:sp>
        <p:nvSpPr>
          <p:cNvPr id="3" name="Body"/>
          <p:cNvSpPr/>
          <p:nvPr>
            <p:ph type="body"/>
          </p:nvPr>
        </p:nvSpPr>
        <p:txBody>
          <a:p>
            <a:r>
              <a:t>Appraisal is the decision about which records are kept. Community archives often appraise by asking whether a record matters to the community's own story, not only whether it is official.</a:t>
            </a:r>
          </a:p>
        </p:txBody>
      </p:sp>
    </p:spTree>
  </p:cSld>
</p:sld>
</file>

<file path=ppt/slides/slide4.xml><?xml version="1.0" encoding="utf-8"?>
<p:sld xmlns:a="http://schemas.openxmlformats.org/drawingml/2006/main" xmlns:p="http://schemas.openxmlformats.org/presentationml/2006/main" xmlns:r="http://schemas.openxmlformats.org/officeDocument/2006/relationships">
  <p:cSld>
    <p:spTree>
      <p:sp>
        <p:nvSpPr>
          <p:cNvPr id="2" name="Title"/>
          <p:cNvSpPr/>
          <p:nvPr>
            <p:ph type="title"/>
          </p:nvPr>
        </p:nvSpPr>
        <p:txBody>
          <a:p>
            <a:r>
              <a:t>Case: the Marlow Street Tenants Group (fictional)</a:t>
            </a:r>
          </a:p>
        </p:txBody>
      </p:sp>
      <p:sp>
        <p:nvSpPr>
          <p:cNvPr id="3" name="Body"/>
          <p:cNvSpPr/>
          <p:nvPr>
            <p:ph type="body"/>
          </p:nvPr>
        </p:nvSpPr>
        <p:txBody>
          <a:p>
            <a:r>
              <a:t>The Marlow Street Tenants Group kept letters, minutes and photographs from 1974 to 1986. The group appraised photographs of meetings as high value because they showed who took part, which no official record did.</a:t>
            </a:r>
          </a:p>
        </p:txBody>
      </p:sp>
    </p:spTree>
  </p:cSld>
</p:sld>
</file>